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Avaliação de Geografia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200" b="0">
                <a:solidFill>
                  <a:srgbClr val="E6F5E8"/>
                </a:solidFill>
                <a:latin typeface="Arial"/>
              </a:rPr>
              <a:t>3º Ano do Ensino Fundamental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Conteúdos: lugares de vivência • o que é cultura • cultura entre gerações • cultura brasileira urbana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4754880"/>
            <a:ext cx="6309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4983480"/>
            <a:ext cx="585216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rial"/>
              </a:rPr>
              <a:t>Aluno(a): ________________________________
Data: ____/____/________    Turma: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Instruções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Leia com atenção antes de responder.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5029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rial"/>
              </a:rPr>
              <a:t>• Esta avaliação contém 12 questões de nível médio sobre Geografia.
• Observe atentamente as imagens ao lado de cada questão — elas ajudam na resposta.
• Questões objetivas: marque apenas uma alternativa com X.
• Questões discursivas: escreva com letra legível nas linhas indicadas.
• Valor total: 12 pontos (1 ponto por questão).
• Tempo sugerido: 50 minutos.
• Boa prova!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Avaliação de Geografia — 3º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Questão 1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690372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5379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Questão 1  •  Lugares de vivência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653796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Observe a imagem ao lado. Qual alternativa descreve melhor um lugar de vivência?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a) Um local onde vivemos, convivemos e realizamos atividades do dia a dia.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36392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b) Apenas lugares turísticos visitados nas férias.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75304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c) Somente a escola, pois é onde aprendemos.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6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d) Lugares que existem apenas em mapas e atlas.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960120"/>
            <a:ext cx="42519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air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43000"/>
            <a:ext cx="3886200" cy="4434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679" y="5669280"/>
            <a:ext cx="3886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Arial"/>
              </a:rPr>
              <a:t>Bairro residencial — um dos lugares onde muitas pessoas vivem e convivem.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Avaliação de Geografia — 3º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Questão 2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690372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5379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Questão 2  •  Lugares de vivência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653796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Mariana mora com a família, estuda de manhã, brinca na praça do bairro e vai ao mercado com a mãe. Quantos lugares de vivência diferentes aparecem nessa descrição?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a) Apenas um, porque tudo acontece no mesmo bairro.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36392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b) Dois: casa e escola.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75304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c) Quatro ou mais: casa, escola, praça e mercado.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6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d) Nenhum, pois lugares de vivência são só cidades grandes.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960120"/>
            <a:ext cx="42519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sco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43000"/>
            <a:ext cx="3886200" cy="4434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679" y="5669280"/>
            <a:ext cx="3886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Arial"/>
              </a:rPr>
              <a:t>Escola — lugar de vivência onde aprendemos e convivemos com colegas.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Avaliação de Geografia — 3º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Questão 3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690372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5379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Questão 3  •  Lugares de vivência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653796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Leia as afirmativas e marque V (verdadeiro) ou F (falso):
(  ) Lugares de vivência incluem casa, escola e bairro.
(  ) Só existem lugares de vivência nas capitais.
(  ) Cada pessoa pode ter lugares de vivência diferentes.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6400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Arial"/>
              </a:rPr>
              <a:t>Resposta: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017520"/>
            <a:ext cx="6355080" cy="18288"/>
          </a:xfrm>
          <a:prstGeom prst="rect">
            <a:avLst/>
          </a:prstGeom>
          <a:solidFill>
            <a:srgbClr val="D2D6DC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960120"/>
            <a:ext cx="42519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ir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43000"/>
            <a:ext cx="3886200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26679" y="5669280"/>
            <a:ext cx="3886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Arial"/>
              </a:rPr>
              <a:t>Nosso bairro faz parte dos lugares onde construímos nossa rotina.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Avaliação de Geografia — 3º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Questão 4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690372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5379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Questão 4  •  O que é cultura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653796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Cultura é o conjunto de costumes, crenças, festas, comidas, músicas e formas de viver de um grupo de pessoas. Com base nisso, qual item NÃO representa um elemento cultural?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a) Preparar comidas típicas da região em datas especiais.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36392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b) Celebrar festas tradicionais com danças e músicas.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75304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c) A altura de uma montanha medida em metros.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6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d) Contar histórias passadas de pais para filhos.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960120"/>
            <a:ext cx="42519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ultura_fe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43000"/>
            <a:ext cx="3886200" cy="4434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679" y="5669280"/>
            <a:ext cx="3886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Arial"/>
              </a:rPr>
              <a:t>Festas juninas reúnem comidas, danças e tradições culturais.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Avaliação de Geografia — 3º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Questão 5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690372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5379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Questão 5  •  O que é cultura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653796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Observe a imagem. A festa representada é um exemplo de manifestação cultural porque: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a) Acontece somente em um único bairro e não pode ser compartilhada.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36392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b) Reúne tradições, danças, comidas e formas de celebrar de um povo.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75304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c) Não muda com o passar do tempo.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6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d) Existe apenas para entreter turistas estrangeiros.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960120"/>
            <a:ext cx="42519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ultura_fe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43000"/>
            <a:ext cx="3886200" cy="4434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679" y="5669280"/>
            <a:ext cx="3886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Arial"/>
              </a:rPr>
              <a:t>Manifestações culturais expressam identidade e pertencimento.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Avaliação de Geografia — 3º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Questão 6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690372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5379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Questão 6  •  O que é cultura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653796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Complete a frase: A cultura de um grupo é formada por tudo aquilo que as pessoas __________ ao longo do tempo e transmitem umas às outras.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6400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Arial"/>
              </a:rPr>
              <a:t>Resposta: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017520"/>
            <a:ext cx="6355080" cy="18288"/>
          </a:xfrm>
          <a:prstGeom prst="rect">
            <a:avLst/>
          </a:prstGeom>
          <a:solidFill>
            <a:srgbClr val="D2D6DC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520440"/>
            <a:ext cx="6355080" cy="18288"/>
          </a:xfrm>
          <a:prstGeom prst="rect">
            <a:avLst/>
          </a:prstGeom>
          <a:solidFill>
            <a:srgbClr val="D2D6DC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43800" y="960120"/>
            <a:ext cx="42519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ultura_fe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43000"/>
            <a:ext cx="3886200" cy="4434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6679" y="5669280"/>
            <a:ext cx="3886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Arial"/>
              </a:rPr>
              <a:t>Danças e trajes típicos fazem parte da cultura compartilhada.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Avaliação de Geografia — 3º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Questão 7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690372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5379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Questão 7  •  Cultura entre gerações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653796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Observe a imagem com pessoas de idades diferentes. Por que a cultura pode ser diferente entre avós, pais e crianças?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a) Porque cada geração vive em épocas e contextos distintos.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36392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b) Porque apenas os avós têm cultura de verdade.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75304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c) Porque crianças não participam de nenhuma tradição.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6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d) Porque a cultura nunca muda de uma geração para outra.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960120"/>
            <a:ext cx="42519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eraco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43000"/>
            <a:ext cx="3886200" cy="4434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679" y="5669280"/>
            <a:ext cx="3886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Arial"/>
              </a:rPr>
              <a:t>Diferentes gerações convivem e compartilham tradições.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Avaliação de Geografia — 3º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Questão 8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690372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5379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Questão 8  •  Cultura entre gerações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653796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Relacione as colunas:
1. Avós          A. Brincadeiras de rua e piões
2. Pais          B. Jogos digitais e vídeos na internet
3. Crianças      C. Festas de família e receitas antigas
Escreva a sequência correta (ex.: 1-C, 2-A, 3-B):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6400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Arial"/>
              </a:rPr>
              <a:t>Resposta: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017520"/>
            <a:ext cx="6355080" cy="18288"/>
          </a:xfrm>
          <a:prstGeom prst="rect">
            <a:avLst/>
          </a:prstGeom>
          <a:solidFill>
            <a:srgbClr val="D2D6DC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960120"/>
            <a:ext cx="42519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raco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43000"/>
            <a:ext cx="3886200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26679" y="5669280"/>
            <a:ext cx="3886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Arial"/>
              </a:rPr>
              <a:t>Cada geração tem manifestações culturais próprias e também compartilhadas.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Avaliação de Geografia — 3º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Questão 9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690372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5379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Questão 9  •  Cultura entre gerações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653796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Qual alternativa apresenta duas manifestações culturais que podem ser compartilhadas entre gerações?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a) Samba de roda e contação de histórias em família.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36392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b) Tipo de celular e marca do videogame.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75304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c) Cor do uniforme escolar e número da sala.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6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d) Altura de um prédio e largura de uma rua.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960120"/>
            <a:ext cx="42519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mba_urba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43000"/>
            <a:ext cx="3886200" cy="4434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679" y="5669280"/>
            <a:ext cx="3886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Arial"/>
              </a:rPr>
              <a:t>Música e dança podem unir pessoas de diferentes idades.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Avaliação de Geografia — 3º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Questão 10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690372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5379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Questão 10  •  Cultura brasileira urbana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653796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Observe a imagem de arte urbana. Esse tipo de manifestação cultural é comum em cidades brasileiras porque: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a) Só existe em países frios, longe do Brasil.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36392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b) Expressa identidade, criatividade e vida nas cidades.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75304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c) Não tem relação com a cultura local.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6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d) Substitui completamente todas as outras tradições.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960120"/>
            <a:ext cx="42519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ultura_urba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43000"/>
            <a:ext cx="3886200" cy="4434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679" y="5669280"/>
            <a:ext cx="3886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Arial"/>
              </a:rPr>
              <a:t>Grafites e murais fazem parte das culturas urbanas brasileiras.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Avaliação de Geografia — 3º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Questão 11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690372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5379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Questão 11  •  Cultura brasileira urbana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653796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São exemplos de culturas urbanas no Brasil, EXCETO: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a) Funk carioca e batidas das comunidades.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36392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b) Grafite e arte de rua em grandes cidades.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75304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c) Samba de roda e rodas de capoeira em praças.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6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d) Formação de desertos de areia no interior do país.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960120"/>
            <a:ext cx="42519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ultura_urba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43000"/>
            <a:ext cx="3886200" cy="4434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679" y="5669280"/>
            <a:ext cx="3886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Arial"/>
              </a:rPr>
              <a:t>Nas cidades, a cultura se manifesta nas ruas, praças e bairros.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Avaliação de Geografia — 3º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Questão 12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690372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5379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Questão 12  •  Cultura brasileira urbana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653796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Observe a imagem de um bloco de carnaval nas ruas de São Paulo. Essa manifestação mostra que a cultura brasileira urbana: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a) É igual em todas as regiões, sem diferenças.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36392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b) Une música, dança, história e convivência no espaço da cidade.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75304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c) Só acontece em áreas rurais distantes.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6"/>
            <a:ext cx="6400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d) Não tem importância para a identidade do povo brasileiro.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960120"/>
            <a:ext cx="425196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mba_urba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43000"/>
            <a:ext cx="3886200" cy="4434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679" y="5669280"/>
            <a:ext cx="38862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Arial"/>
              </a:rPr>
              <a:t>Blocos de carnaval nas ruas são manifestações da cultura urbana brasileira.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Gabarito — Uso do professor(a)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F5E8"/>
                </a:solidFill>
                <a:latin typeface="Arial"/>
              </a:rPr>
              <a:t>Respostas esperadas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Questão 1 (Lugares de vivência):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10972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Questão 2 (Lugares de vivência):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11095"/>
            <a:ext cx="10972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Questão 3 (Lugares de vivência): V, F,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95144"/>
            <a:ext cx="10972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Questão 4 (O que é cultura):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79191"/>
            <a:ext cx="10972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Questão 5 (O que é cultura):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63239"/>
            <a:ext cx="10972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Questão 6 (O que é cultura): criam, praticam e transmitem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47287"/>
            <a:ext cx="10972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Questão 7 (Cultura entre gerações):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31335"/>
            <a:ext cx="10972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Questão 8 (Cultura entre gerações): 1-C, 2-A, 3-B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15383"/>
            <a:ext cx="10972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Questão 9 (Cultura entre gerações):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99431"/>
            <a:ext cx="10972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Questão 10 (Cultura brasileira urbana):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83479"/>
            <a:ext cx="10972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Questão 11 (Cultura brasileira urbana):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67527"/>
            <a:ext cx="10972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Questão 12 (Cultura brasileira urbana):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989320"/>
            <a:ext cx="10972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Observação: na questão 6, aceitar respostas equivalentes que expressem criação, prática e transmissão cultural.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