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3F73"/>
          </a:solidFill>
          <a:ln>
            <a:solidFill>
              <a:srgbClr val="113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955279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PDI - Supervisor com Justificativas Excessivas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7955279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E6EEF8"/>
                </a:solidFill>
                <a:latin typeface="Arial"/>
              </a:rPr>
              <a:t>Plano resumido com foco em escuta, objetividade e receptividade ao feedback.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2918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E6EEF8"/>
                </a:solidFill>
                <a:latin typeface="Arial"/>
              </a:rPr>
              <a:t>Edite nome, gestor e periodo antes da apresentacao.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1115568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Arial"/>
              </a:rPr>
              <a:t>Supervisor: [nome]   |   Gestor: [nome]   |   Periodo: [mes/ano a mes/ano]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5577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508760"/>
            <a:ext cx="5285232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13F73"/>
                </a:solidFill>
                <a:latin typeface="Arial"/>
              </a:rPr>
              <a:t>Objetivo de desenvolvimento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5212080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Desenvolver uma postura mais aberta ao feedback, reduzindo a necessidade de justificativas longas e repetitivas, com maior foco em escuta, objetividade, aprendizado e ajuste de conduta.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17320"/>
            <a:ext cx="5577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508760"/>
            <a:ext cx="5285232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13F73"/>
                </a:solidFill>
                <a:latin typeface="Arial"/>
              </a:rPr>
              <a:t>Comportamento observado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828800"/>
            <a:ext cx="5212080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Em conversas de alinhamento, feedback ou correcao de rota, o supervisor tende a explicar excessivamente suas acoes, o que pode transmitir resistencia ao feedback e reduzir a objetividade da conversa.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566160"/>
            <a:ext cx="1136599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3657600"/>
            <a:ext cx="11073384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13F73"/>
                </a:solidFill>
                <a:latin typeface="Arial"/>
              </a:rPr>
              <a:t>Resultado esperado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50208"/>
            <a:ext cx="10881360" cy="1691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Ouvir o feedback ate o fim sem interromper ou entrar em defesa imediata.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Explicar apenas o necessario, com objetividade e foco no contexto.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Demonstrar abertura para ajustar a conduta sem insistir em justificativas repetitivas.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Encerrar a conversa com um plano claro de acao e melhoria.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3F73"/>
          </a:solidFill>
          <a:ln>
            <a:solidFill>
              <a:srgbClr val="113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955279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Acoes Rapidas do PDI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7955279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E6EEF8"/>
                </a:solidFill>
                <a:latin typeface="Arial"/>
              </a:rPr>
              <a:t>Medidas simples para aplicar no dia a dia e acelerar a mudanca de comportamento.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2918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E6EEF8"/>
                </a:solidFill>
                <a:latin typeface="Arial"/>
              </a:rPr>
              <a:t>Edite nome, gestor e periodo antes da apresentacao.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1115568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Arial"/>
              </a:rPr>
              <a:t>Sugestao de acompanhamento: revisao semanal curta entre gestor e supervisor.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103784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508760"/>
            <a:ext cx="10085832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13F73"/>
                </a:solidFill>
                <a:latin typeface="Arial"/>
              </a:rPr>
              <a:t>Plano de acao resumido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10512"/>
            <a:ext cx="219456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Acao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810512"/>
            <a:ext cx="55778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Como aplicar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25712" y="1810512"/>
            <a:ext cx="14173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1">
                <a:solidFill>
                  <a:srgbClr val="4B5563"/>
                </a:solidFill>
                <a:latin typeface="Arial"/>
              </a:rPr>
              <a:t>Prazo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84831"/>
            <a:ext cx="2286000" cy="475488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rial"/>
              </a:rPr>
              <a:t>Pausa antes de responder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084831"/>
            <a:ext cx="5989320" cy="475488"/>
          </a:xfrm>
          <a:prstGeom prst="rect">
            <a:avLst/>
          </a:prstGeom>
          <a:solidFill>
            <a:srgbClr val="FCFDFF"/>
          </a:solidFill>
          <a:ln>
            <a:solidFill>
              <a:srgbClr val="FCFDFF"/>
            </a:solidFill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rial"/>
              </a:rPr>
              <a:t>Ao receber um feedback, ouvir o ponto completo e esperar alguns segundos antes de responder.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2084831"/>
            <a:ext cx="1417320" cy="475488"/>
          </a:xfrm>
          <a:prstGeom prst="rect">
            <a:avLst/>
          </a:prstGeom>
          <a:solidFill>
            <a:srgbClr val="EEF5FF"/>
          </a:solidFill>
          <a:ln>
            <a:solidFill>
              <a:srgbClr val="EEF5FF"/>
            </a:solidFill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13F73"/>
                </a:solidFill>
                <a:latin typeface="Arial"/>
              </a:rPr>
              <a:t>Imediato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70048"/>
            <a:ext cx="2286000" cy="475488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rial"/>
              </a:rPr>
              <a:t>Resposta curta e objetiva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670048"/>
            <a:ext cx="5989320" cy="475488"/>
          </a:xfrm>
          <a:prstGeom prst="rect">
            <a:avLst/>
          </a:prstGeom>
          <a:solidFill>
            <a:srgbClr val="FCFDFF"/>
          </a:solidFill>
          <a:ln>
            <a:solidFill>
              <a:srgbClr val="FCFDFF"/>
            </a:solidFill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rial"/>
              </a:rPr>
              <a:t>Usar frases como "Entendi o ponto" ou "Vou ajustar essa conduta" antes de qualquer explicacao complementar.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2670048"/>
            <a:ext cx="1417320" cy="475488"/>
          </a:xfrm>
          <a:prstGeom prst="rect">
            <a:avLst/>
          </a:prstGeom>
          <a:solidFill>
            <a:srgbClr val="EEF5FF"/>
          </a:solidFill>
          <a:ln>
            <a:solidFill>
              <a:srgbClr val="EEF5FF"/>
            </a:solidFill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13F73"/>
                </a:solidFill>
                <a:latin typeface="Arial"/>
              </a:rPr>
              <a:t>Imediato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55264"/>
            <a:ext cx="2286000" cy="475488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rial"/>
              </a:rPr>
              <a:t>Foco em melhoria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255264"/>
            <a:ext cx="5989320" cy="475488"/>
          </a:xfrm>
          <a:prstGeom prst="rect">
            <a:avLst/>
          </a:prstGeom>
          <a:solidFill>
            <a:srgbClr val="FCFDFF"/>
          </a:solidFill>
          <a:ln>
            <a:solidFill>
              <a:srgbClr val="FCFDFF"/>
            </a:solidFill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rial"/>
              </a:rPr>
              <a:t>Ao final de cada conversa, definir um ajuste pratico em vez de prolongar a justificativa.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3255264"/>
            <a:ext cx="1417320" cy="475488"/>
          </a:xfrm>
          <a:prstGeom prst="rect">
            <a:avLst/>
          </a:prstGeom>
          <a:solidFill>
            <a:srgbClr val="EEF5FF"/>
          </a:solidFill>
          <a:ln>
            <a:solidFill>
              <a:srgbClr val="EEF5FF"/>
            </a:solidFill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13F73"/>
                </a:solidFill>
                <a:latin typeface="Arial"/>
              </a:rPr>
              <a:t>Semanal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40480"/>
            <a:ext cx="2286000" cy="475488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rial"/>
              </a:rPr>
              <a:t>Autoavaliacao rapida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840480"/>
            <a:ext cx="5989320" cy="475488"/>
          </a:xfrm>
          <a:prstGeom prst="rect">
            <a:avLst/>
          </a:prstGeom>
          <a:solidFill>
            <a:srgbClr val="FCFDFF"/>
          </a:solidFill>
          <a:ln>
            <a:solidFill>
              <a:srgbClr val="FCFDFF"/>
            </a:solidFill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rial"/>
              </a:rPr>
              <a:t>Registrar uma situacao por semana em que conseguiu ouvir melhor e responder com mais maturidade.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3840480"/>
            <a:ext cx="1417320" cy="475488"/>
          </a:xfrm>
          <a:prstGeom prst="rect">
            <a:avLst/>
          </a:prstGeom>
          <a:solidFill>
            <a:srgbClr val="EEF5FF"/>
          </a:solidFill>
          <a:ln>
            <a:solidFill>
              <a:srgbClr val="EEF5FF"/>
            </a:solidFill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13F73"/>
                </a:solidFill>
                <a:latin typeface="Arial"/>
              </a:rPr>
              <a:t>Semanal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54512" y="1417320"/>
            <a:ext cx="822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00816" y="1508760"/>
            <a:ext cx="530352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13F73"/>
                </a:solidFill>
                <a:latin typeface="Arial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91088" y="1828800"/>
            <a:ext cx="749808" cy="3566160"/>
          </a:xfrm>
          <a:prstGeom prst="rect">
            <a:avLst/>
          </a:prstGeom>
          <a:solidFill>
            <a:srgbClr val="E8F2FF"/>
          </a:solidFill>
          <a:ln>
            <a:solidFill>
              <a:srgbClr val="E8F2FF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113F73"/>
                </a:solidFill>
                <a:latin typeface="Arial"/>
              </a:rPr>
              <a:t>Dica:
menos defesa,
mais escuta
e acao.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5852160"/>
            <a:ext cx="1136599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" y="5943600"/>
            <a:ext cx="11073384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13F73"/>
                </a:solidFill>
                <a:latin typeface="Arial"/>
              </a:rPr>
              <a:t>Fala orientativa do gestor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099048"/>
            <a:ext cx="110185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"Para evoluir, preciso que voce reduza a necessidade de se justificar em excesso, ouca o feedback com mais abertura e transforme a conversa em ajuste pratico de conduta."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3F73"/>
          </a:solidFill>
          <a:ln>
            <a:solidFill>
              <a:srgbClr val="113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955279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Acompanhamento e Evidencias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7955279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E6EEF8"/>
                </a:solidFill>
                <a:latin typeface="Arial"/>
              </a:rPr>
              <a:t>Indicadores simples para mostrar evolucao de forma objetiva.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2918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E6EEF8"/>
                </a:solidFill>
                <a:latin typeface="Arial"/>
              </a:rPr>
              <a:t>Edite nome, gestor e periodo antes da apresentacao.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1115568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Arial"/>
              </a:rPr>
              <a:t>Preencha com exemplos reais observados durante o periodo do PDI.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36576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7784" y="1527048"/>
            <a:ext cx="164592" cy="128016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27048"/>
            <a:ext cx="310896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113F73"/>
                </a:solidFill>
                <a:latin typeface="Arial"/>
              </a:rPr>
              <a:t>Evidencias esperadas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01368"/>
            <a:ext cx="3145536" cy="960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Recebe feedback sem interromper.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Reduz justificativas longas.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Aceita redirecionamentos com menor defensividade.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Foca em ajuste e nao em convencimento.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417320"/>
            <a:ext cx="36576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16552" y="1527048"/>
            <a:ext cx="164592" cy="128016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527048"/>
            <a:ext cx="310896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113F73"/>
                </a:solidFill>
                <a:latin typeface="Arial"/>
              </a:rPr>
              <a:t>Como registrar a evolucao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1801368"/>
            <a:ext cx="3145536" cy="960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Anotar situacao, reacao e resultado.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Comparar antes e depois do acompanhamento.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Coletar percepcao do gestor e da equipe.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Usar revisoes semanais curtas.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17320"/>
            <a:ext cx="3639312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508760"/>
            <a:ext cx="3346704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13F73"/>
                </a:solidFill>
                <a:latin typeface="Arial"/>
              </a:rPr>
              <a:t>Quadro de acompanhamento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1828800"/>
            <a:ext cx="3218688" cy="1691640"/>
          </a:xfrm>
          <a:prstGeom prst="rect">
            <a:avLst/>
          </a:prstGeom>
          <a:solidFill>
            <a:srgbClr val="FCFDFF"/>
          </a:solidFill>
          <a:ln>
            <a:solidFill>
              <a:srgbClr val="FCFDFF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Semana 1: ____________________
Semana 2: ____________________
Semana 3: ____________________
Semana 4: ____________________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114800"/>
            <a:ext cx="11365992" cy="1847088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4206240"/>
            <a:ext cx="11073384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13F73"/>
                </a:solidFill>
                <a:latin typeface="Arial"/>
              </a:rPr>
              <a:t>Leitura final para apresentacao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526280"/>
            <a:ext cx="1092708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A evolucao sera percebida quando o supervisor passar a ouvir o feedback com mais abertura, explicar apenas o necessario e demonstrar mudanca por meio de acoes praticas. O foco da avaliacao deve estar no comportamento observavel e nao apenas no discurso.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