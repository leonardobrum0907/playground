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Controle emocional</c:v>
                </c:pt>
              </c:strCache>
            </c:strRef>
          </c:tx>
          <c:spPr>
            <a:solidFill>
              <a:srgbClr val="113F73"/>
            </a:solidFill>
          </c:spPr>
          <c:cat>
            <c:strRef>
              <c:f>Sheet1!$A$2:$A$4</c:f>
              <c:strCache>
                <c:ptCount val="3"/>
                <c:pt idx="0">
                  <c:v>Início</c:v>
                </c:pt>
                <c:pt idx="1">
                  <c:v>Meio</c:v>
                </c:pt>
                <c:pt idx="2">
                  <c:v>Atual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Menos justificativa</c:v>
                </c:pt>
              </c:strCache>
            </c:strRef>
          </c:tx>
          <c:spPr>
            <a:solidFill>
              <a:srgbClr val="34A853"/>
            </a:solidFill>
          </c:spPr>
          <c:cat>
            <c:strRef>
              <c:f>Sheet1!$A$2:$A$4</c:f>
              <c:strCache>
                <c:ptCount val="3"/>
                <c:pt idx="0">
                  <c:v>Início</c:v>
                </c:pt>
                <c:pt idx="1">
                  <c:v>Meio</c:v>
                </c:pt>
                <c:pt idx="2">
                  <c:v>Atual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3F73"/>
          </a:solidFill>
          <a:ln>
            <a:solidFill>
              <a:srgbClr val="113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Evolução e Evidências do PDI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8778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EEF8"/>
                </a:solidFill>
                <a:latin typeface="Arial"/>
              </a:rPr>
              <a:t>Slide executivo com imagem ilustrativa, gráfico de evolução e evidências comportamentais.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164592"/>
            <a:ext cx="32918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E6EEF8"/>
                </a:solidFill>
                <a:latin typeface="Arial"/>
              </a:rPr>
              <a:t>Edite os textos conforme o caso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67665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rial"/>
              </a:rPr>
              <a:t>Supervisor: [nome]   |   Período: [mês/ano a mês/ano]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5486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90472"/>
            <a:ext cx="38404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13F73"/>
                </a:solidFill>
                <a:latin typeface="Arial"/>
              </a:rPr>
              <a:t>Imagem da evolução</a:t>
            </a:r>
          </a:p>
        </p:txBody>
      </p:sp>
      <p:pic>
        <p:nvPicPr>
          <p:cNvPr id="9" name="Picture 8" descr="imagem_evolucao_pdi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029200" cy="288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846320"/>
            <a:ext cx="5029200" cy="1143000"/>
          </a:xfrm>
          <a:prstGeom prst="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Representação visual da mudança de postura: mais escuta, mais equilíbrio e maior foco em solução.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605272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90472"/>
            <a:ext cx="41148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13F73"/>
                </a:solidFill>
                <a:latin typeface="Arial"/>
              </a:rPr>
              <a:t>Gráfico de evolução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0" y="1810512"/>
          <a:ext cx="512064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72200" y="3977639"/>
            <a:ext cx="560527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4069079"/>
            <a:ext cx="5312664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13F73"/>
                </a:solidFill>
                <a:latin typeface="Arial"/>
              </a:rPr>
              <a:t>Evidências para apresentar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4361687"/>
            <a:ext cx="5312664" cy="1810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Controle emocional: passou a reagir com mais equilíbrio diante de negativas e feedbacks.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Controle emocional: demonstra mais escuta antes da resposta e menor impulsividade.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Menos justificativa: reduziu explicações excessivas e tornou as respostas mais objetivas.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Menos justificativa: mostra mais abertura para ajuste de conduta e menos postura defensiva.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6355080"/>
            <a:ext cx="11365992" cy="320040"/>
          </a:xfrm>
          <a:prstGeom prst="roundRect">
            <a:avLst/>
          </a:prstGeom>
          <a:solidFill>
            <a:srgbClr val="E8F2FF"/>
          </a:solidFill>
          <a:ln>
            <a:solidFill>
              <a:srgbClr val="C6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106424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13F73"/>
                </a:solidFill>
                <a:latin typeface="Arial"/>
              </a:rPr>
              <a:t>Mensagem final: a evolução é percebida pela combinação entre postura mais equilibrada, maior objetividade e foco em solução.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