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C52"/>
          </a:solidFill>
          <a:ln>
            <a:solidFill>
              <a:srgbClr val="13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Desenvolvimento Comportamental - Salatiel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21207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CE4F0"/>
                </a:solidFill>
              </a:defRPr>
            </a:pPr>
            <a:r>
              <a:t>Foco em maturidade emocional e comunicacao objetiva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01168"/>
            <a:ext cx="1920240" cy="411480"/>
          </a:xfrm>
          <a:prstGeom prst="roundRect">
            <a:avLst/>
          </a:prstGeom>
          <a:solidFill>
            <a:srgbClr val="2E5AA1"/>
          </a:solidFill>
          <a:ln>
            <a:solidFill>
              <a:srgbClr val="2E5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6648" y="283464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Acompanhamento gerencial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0972800" cy="640080"/>
          </a:xfrm>
          <a:prstGeom prst="roundRect">
            <a:avLst/>
          </a:prstGeom>
          <a:solidFill>
            <a:srgbClr val="E8F0FA"/>
          </a:solidFill>
          <a:ln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32C52"/>
                </a:solidFill>
              </a:defRPr>
            </a:pPr>
            <a:r>
              <a:t>Trabalho direcionado para evolucao comportamental em situacoes de pressao, negativas e feedbacks construtivos.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3154680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874519"/>
            <a:ext cx="1920240" cy="411480"/>
          </a:xfrm>
          <a:prstGeom prst="roundRect">
            <a:avLst/>
          </a:prstGeom>
          <a:solidFill>
            <a:srgbClr val="2E5AA1"/>
          </a:solidFill>
          <a:ln>
            <a:solidFill>
              <a:srgbClr val="2E5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56816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468880"/>
            <a:ext cx="2743200" cy="16459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Fortalecer equilibrio emocional.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Estimular respostas mais objetivas.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Reduzir posturas defensivas.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1648" y="2011680"/>
            <a:ext cx="3154680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51376" y="1874519"/>
            <a:ext cx="1920240" cy="411480"/>
          </a:xfrm>
          <a:prstGeom prst="roundRect">
            <a:avLst/>
          </a:prstGeom>
          <a:solidFill>
            <a:srgbClr val="132C52"/>
          </a:solidFill>
          <a:ln>
            <a:solidFill>
              <a:srgbClr val="13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956816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Acoes realizadas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2468880"/>
            <a:ext cx="2743200" cy="16459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Observacao em situacoes reais.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Feedbacks frequentes e direcionados.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Acompanhamento proximo no dia a dia.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8936" y="2011680"/>
            <a:ext cx="3154680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98663" y="1874519"/>
            <a:ext cx="1920240" cy="4114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1956816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Evolucao observada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468880"/>
            <a:ext cx="2743200" cy="16459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Mais equilibrio nas respostas.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Melhor escuta de feedbacks.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Menor nivel de justificativas extensas.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00600"/>
            <a:ext cx="10972800" cy="107899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C52"/>
                </a:solidFill>
              </a:defRPr>
            </a:pPr>
            <a:r>
              <a:t>Proximo passo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91032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Consolidar essa evolucao na rotina, mantendo reforco comportamental e acompanhamento proximo.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6364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</a:defRPr>
            </a:pPr>
            <a:r>
              <a:t>Versao gerencial simplificada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